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DEVOPS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53312"/>
            <a:ext cx="5486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4400" b="1">
                <a:solidFill>
                  <a:srgbClr val="F3F7FC"/>
                </a:solidFill>
                <a:latin typeface="Aptos"/>
              </a:rPr>
              <a:t>HostelHub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450592"/>
            <a:ext cx="5212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100" b="0">
                <a:solidFill>
                  <a:srgbClr val="ADBBCF"/>
                </a:solidFill>
                <a:latin typeface="Aptos"/>
              </a:rPr>
              <a:t>A hostel management platform,
packaged and delivered with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456432"/>
            <a:ext cx="4572000" cy="45720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3730752"/>
            <a:ext cx="47548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3F7FC"/>
                </a:solidFill>
                <a:latin typeface="Aptos"/>
              </a:rPr>
              <a:t>FastAPI  •  React  •  PostgreSQL
Docker  •  GitHub Actions  •  Kubernetes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11596" y="1273873"/>
            <a:ext cx="5687568" cy="3578733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0-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05877"/>
            <a:ext cx="5623560" cy="35147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6144768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Project repository: github.com/tarun250/hostel_management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01 /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GitHub repository and 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01605" y="1444752"/>
            <a:ext cx="9167452" cy="4553712"/>
          </a:xfrm>
          <a:prstGeom prst="roundRect">
            <a:avLst/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81" y="1481328"/>
            <a:ext cx="90943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126480"/>
            <a:ext cx="1069848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Repository: github.com/tarun250/hostel_management • Frontend, backend, Compose, CI/CD, Helm, Kubernetes, monitoring and Terraform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01 /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The problem and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663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FBE69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572000" cy="301752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Hostel operations involve several disconnected records.</a:t>
            </a:r>
          </a:p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Room occupancy and available beds can be hard to track.</a:t>
            </a:r>
          </a:p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Maintenance, complaints, visitors and fees need follow-up.</a:t>
            </a:r>
          </a:p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Manual updates make it harder to see the current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663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70E0AA"/>
                </a:solidFill>
                <a:latin typeface="Aptos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572000" cy="301752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One web dashboard for common hostel workflows.</a:t>
            </a:r>
          </a:p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Capacity-aware room allocation and student records.</a:t>
            </a:r>
          </a:p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Track maintenance, complaints, visitors and fee status.</a:t>
            </a:r>
          </a:p>
          <a:p>
            <a:pPr>
              <a:spcAft>
                <a:spcPts val="13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 A containerized application with repeatable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02 / 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What the application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544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Occupancy, free beds, dues and open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17190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0574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Students &amp;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4688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Register students; allocate and vacate beds.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15544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0496" y="17190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0574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24688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Move requests through open, in progress and resolved.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6118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76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Complaints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Track issues from open to review and closure.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6118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7" y="3776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41148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Visitors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45262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Log check-in and check-out.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6118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0496" y="3776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1148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Fees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45262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Track pending and paid fees, including overdue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03 / HOW THE PIECES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3F7FC"/>
                </a:solidFill>
                <a:latin typeface="Aptos"/>
              </a:rPr>
              <a:t>Browser / React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5448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737360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3F7FC"/>
                </a:solidFill>
                <a:latin typeface="Aptos"/>
              </a:rPr>
              <a:t>FastAPI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55448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3F7FC"/>
                </a:solidFill>
                <a:latin typeface="Aptos"/>
              </a:rPr>
              <a:t>PostgreSQL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011680"/>
            <a:ext cx="960120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2011680"/>
            <a:ext cx="960120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88036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ADBBCF"/>
                </a:solidFill>
                <a:latin typeface="Aptos"/>
              </a:rPr>
              <a:t>Local development: Docker Compose runs the frontend, backend and database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10835640" cy="17373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30752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Delivery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675887"/>
            <a:ext cx="8229600" cy="137160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GitHub Actions tests, builds, scans and publishes container images.</a:t>
            </a:r>
          </a:p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Helm deploys to Kubernetes; Argo CD supports GitOps sync.</a:t>
            </a:r>
          </a:p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Prometheus scrapes metrics and Grafana visualizes them.</a:t>
            </a:r>
          </a:p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Terraform defines AWS VPC and EKS infrastructure.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The repository contains the code, Dockerfiles, workflow, Helm chart, monitoring config and Terraform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04 / STACK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Technology choices —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08760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Responsive interface with fast local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75688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57984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FastAPI + SQLAlchemy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39696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Python API, validation, generated API docs and database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06624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788920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70632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Relational data suits students, rooms, fees and their relationships.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37560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419856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Docker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01568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Simple, reproducible local multi-container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68496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050791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Kubernetes + Helm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032504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Declarative rollout, service discovery, replicas and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9431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681727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GitHub Actions + Trivy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663440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Automated checks and vulnerability scanning in the delivery path.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230368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5312664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Prometheus +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294376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Collect application metrics and make operational signals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05 /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The product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" y="1619631"/>
            <a:ext cx="6556248" cy="412165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-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1635"/>
            <a:ext cx="6492240" cy="405764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11796" y="1633347"/>
            <a:ext cx="1938527" cy="4094226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7-ui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65351"/>
            <a:ext cx="1874519" cy="403021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14916" y="3048381"/>
            <a:ext cx="1984248" cy="126415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1-ui-roo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080385"/>
            <a:ext cx="1920240" cy="1200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080760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Dashboard • mobile layout • room availability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06 / REAL APPLICATION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Core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69364" y="1476756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2-ui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508760"/>
            <a:ext cx="3072384" cy="1920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47204" y="1476756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-ui-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508760"/>
            <a:ext cx="3072384" cy="1920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69364" y="3671315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4-ui-complai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3703320"/>
            <a:ext cx="3072384" cy="1920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47204" y="3671315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6-ui-fe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3703320"/>
            <a:ext cx="3072384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925312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Student records • maintenance requests • complaints • fee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07 /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Backend API and automated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4237" y="1449324"/>
            <a:ext cx="3834661" cy="294436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-swagger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241" y="1481328"/>
            <a:ext cx="3770653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5639" y="1449324"/>
            <a:ext cx="4170961" cy="294436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643" y="1481328"/>
            <a:ext cx="4106953" cy="2880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617720"/>
            <a:ext cx="10789920" cy="10515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2803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45D3E6"/>
                </a:solidFill>
                <a:latin typeface="Aptos"/>
              </a:rPr>
              <a:t>API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773168"/>
            <a:ext cx="28346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Health and readiness endpoints; interactive Swagger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828032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70E0AA"/>
                </a:solidFill>
                <a:latin typeface="Aptos"/>
              </a:rPr>
              <a:t>Test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773168"/>
            <a:ext cx="3657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README reports 22 pytest tests using in-memory SQLite, not the real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08 / REPEATABLE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Local environment with 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986" y="1412748"/>
            <a:ext cx="4900603" cy="41788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-compose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90" y="1444752"/>
            <a:ext cx="483659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14516" y="3179715"/>
            <a:ext cx="5138928" cy="644872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-compose-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11719"/>
            <a:ext cx="5074920" cy="580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760720"/>
            <a:ext cx="10789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DBBCF"/>
                </a:solidFill>
                <a:latin typeface="Aptos"/>
              </a:rPr>
              <a:t>One command builds and starts the frontend, API and PostgreSQL; compose ps confirms container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09 / FROM COMMIT TO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ruff + pytest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Frontend + images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30368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59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Trivy security 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42048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34656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9248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GHCR on main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46336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38944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03536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3536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kind + Helm + smoke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33879" y="3396996"/>
            <a:ext cx="3487521" cy="24414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50-github-actions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883" y="3429000"/>
            <a:ext cx="3423513" cy="237744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511796" y="3950716"/>
            <a:ext cx="1892807" cy="13340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51-ghcr-back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982720"/>
            <a:ext cx="1828800" cy="1270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523476" y="3950716"/>
            <a:ext cx="1892807" cy="13340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52-ghcr-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982720"/>
            <a:ext cx="1828800" cy="127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Repository README links the latest green GitHub Actions run; images are published to GitHub Container Registry.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10 / IMAGE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Security checks in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65" y="1476756"/>
            <a:ext cx="5483308" cy="33558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0-trivy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69" y="1508760"/>
            <a:ext cx="54193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1636" y="1869689"/>
            <a:ext cx="5367528" cy="256998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21-trivy-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1693"/>
            <a:ext cx="5303520" cy="25059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" y="5074920"/>
            <a:ext cx="10744200" cy="77724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285232"/>
            <a:ext cx="10287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README reports 0 fixable HIGH/CRITICAL CVEs in the final backend and frontend scans. The CI gate uses Trivy with --ignore-unfixed.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016752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Images run as non-root users; backend runtime removes pip to reduce unnecessary packages.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11 /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Kubernetes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" y="1872796"/>
            <a:ext cx="5413248" cy="169508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40-kubectl-get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4800"/>
            <a:ext cx="5349240" cy="16310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9264" y="1476756"/>
            <a:ext cx="5020830" cy="248716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1-kubectl-get-svc-in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68" y="1508760"/>
            <a:ext cx="4956822" cy="2423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400299" y="4219956"/>
            <a:ext cx="2331720" cy="148132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43-ingress-brow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3" y="4251960"/>
            <a:ext cx="2267712" cy="1417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68796" y="4543344"/>
            <a:ext cx="5001768" cy="83455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42-helm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5348"/>
            <a:ext cx="4937760" cy="7705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Helm chart manages the application resources; Ingress routes browser traffic to the frontend and /api to FastAPI.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12 / 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Why Kubernetes instead of only Docker Compose?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43434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FBE69"/>
                </a:solidFill>
                <a:latin typeface="Aptos"/>
              </a:rPr>
              <a:t>Docker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26280" cy="283464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Best for local development and demos.</a:t>
            </a:r>
          </a:p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Starts related containers with a simple config.</a:t>
            </a:r>
          </a:p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Does not provide the same orchestration model for scaling and self-healing across nodes.</a:t>
            </a:r>
          </a:p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Used here for the local developer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43434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70E0AA"/>
                </a:solidFill>
                <a:latin typeface="Aptos"/>
              </a:rPr>
              <a:t>Kubernetes + Helm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526280" cy="283464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Declarative deployments and replica management.</a:t>
            </a:r>
          </a:p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Services and Ingress provide stable routing.</a:t>
            </a:r>
          </a:p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Supports resource-driven scaling and rollout controls.</a:t>
            </a:r>
          </a:p>
          <a:p>
            <a:pPr>
              <a:spcAft>
                <a:spcPts val="11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t>•  Helm packages resources and values for repeatable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62472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Decision: use Compose to run locally; use Kubernetes to demonstrate production-style orchestration.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13 / OPERATE AND RECONCILE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Monitoring and GitOps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" y="1759521"/>
            <a:ext cx="3584448" cy="1775333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45-prometheus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1525"/>
            <a:ext cx="3520440" cy="1711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66260" y="1449324"/>
            <a:ext cx="3794760" cy="239572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6-grafana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481328"/>
            <a:ext cx="3730752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34756" y="1872753"/>
            <a:ext cx="3218688" cy="1548869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47-argocd-app-syn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904757"/>
            <a:ext cx="3154680" cy="14848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06908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Scrapes backend metrics at /metrics.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06908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43484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Visualizes request rate, latency and error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06908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Argo 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43484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Watches Helm config and syncs desired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4068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559552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Monitoring and GitOps are separate concerns: one shows system health; the other reconciles deployment configuration.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14 / CLOUD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Infrastructure as code: Terraform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" y="1907308"/>
            <a:ext cx="5230368" cy="1168862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4-terraform-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39312"/>
            <a:ext cx="5166360" cy="11048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73767" y="1431036"/>
            <a:ext cx="2300385" cy="21214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30-terraform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771" y="1463040"/>
            <a:ext cx="2236377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470167" y="3762756"/>
            <a:ext cx="1597625" cy="189280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31-terraform-ap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171" y="3794760"/>
            <a:ext cx="1533617" cy="1828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59471" y="3762756"/>
            <a:ext cx="2128977" cy="189280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34-terraform-destro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475" y="3794760"/>
            <a:ext cx="2064969" cy="18288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870448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5952744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FFBE69"/>
                </a:solidFill>
                <a:latin typeface="Aptos"/>
              </a:rPr>
              <a:t>Important scope note: README states Terraform was exercised against Moto mock services; this is not proof of a live AWS EKS deployment.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15 /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What was demonstrated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70E0AA"/>
                </a:solidFill>
                <a:latin typeface="Aptos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26280" cy="292608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Working hostel-management UI and REST API.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Automated backend tests and frontend build.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Docker images and Trivy scanning in CI.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Local Kubernetes deployment through Helm/kind or Minikube workflows.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Prometheus/Grafana configuration and Argo CD GitOps files.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Terraform definitions for VPC and 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429768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FBE69"/>
                </a:solidFill>
                <a:latin typeface="Aptos"/>
              </a:rPr>
              <a:t>Honest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526280" cy="292608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The CI workflow deploys to kind for smoke tests.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Kubernetes screenshots show local cluster runs.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Terraform screenshots show validation and Moto-backed testing.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No live AWS account/EKS deployment is evidenced by these screenshots.</a:t>
            </a:r>
          </a:p>
          <a:p>
            <a:pPr>
              <a:spcAft>
                <a:spcPts val="9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t>•  This separation avoids claiming a cloud deployment that was not demonstrated.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80760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Repository: github.com/tarun250/hostel_management  •  README includes setup, screenshots and operational commands.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3800" b="1">
                <a:solidFill>
                  <a:srgbClr val="F3F7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875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0">
                <a:solidFill>
                  <a:srgbClr val="ADBBCF"/>
                </a:solidFill>
                <a:latin typeface="Aptos"/>
              </a:rPr>
              <a:t>HostelHub — a full-stack application with an automated DevOps delivery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github.com/tarun250/hostel_management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1032</Words>
  <Application>Microsoft Office PowerPoint</Application>
  <PresentationFormat>Widescreen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tarun gupta</cp:lastModifiedBy>
  <cp:revision>2</cp:revision>
  <dcterms:created xsi:type="dcterms:W3CDTF">2013-01-27T09:14:16Z</dcterms:created>
  <dcterms:modified xsi:type="dcterms:W3CDTF">2026-10-17T09:25:57Z</dcterms:modified>
  <cp:category/>
</cp:coreProperties>
</file>